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02952" y="274320"/>
            <a:ext cx="1828800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2952" y="274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ШУТИС · МХТС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dirty="0" err="1">
                <a:solidFill>
                  <a:srgbClr val="FFFFFF"/>
                </a:solidFill>
              </a:rPr>
              <a:t>Онлайн</a:t>
            </a:r>
            <a:r>
              <a:rPr sz="3800" b="1" dirty="0">
                <a:solidFill>
                  <a:srgbClr val="FFFFFF"/>
                </a:solidFill>
              </a:rPr>
              <a:t> </a:t>
            </a:r>
            <a:r>
              <a:rPr sz="3800" b="1" dirty="0" err="1">
                <a:solidFill>
                  <a:srgbClr val="FFFFFF"/>
                </a:solidFill>
              </a:rPr>
              <a:t>дуудлага</a:t>
            </a:r>
            <a:r>
              <a:rPr sz="3800" b="1" dirty="0">
                <a:solidFill>
                  <a:srgbClr val="FFFFFF"/>
                </a:solidFill>
              </a:rPr>
              <a:t> </a:t>
            </a:r>
            <a:r>
              <a:rPr sz="3800" b="1" dirty="0" err="1">
                <a:solidFill>
                  <a:srgbClr val="FFFFFF"/>
                </a:solidFill>
              </a:rPr>
              <a:t>худалдааны</a:t>
            </a:r>
            <a:r>
              <a:rPr sz="3800" b="1" dirty="0">
                <a:solidFill>
                  <a:srgbClr val="FFFFFF"/>
                </a:solidFill>
              </a:rPr>
              <a:t>
</a:t>
            </a:r>
            <a:r>
              <a:rPr lang="mn-MN" sz="3800" b="1" dirty="0">
                <a:solidFill>
                  <a:srgbClr val="FFFFFF"/>
                </a:solidFill>
              </a:rPr>
              <a:t>систем</a:t>
            </a:r>
            <a:endParaRPr sz="38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329184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54787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Бакалаврын дипломын ажил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Илтгэгч: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1148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Т.Бөхбилэгт  (Түвшинзаяа Бөхбилэгт)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988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Удирдагч: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49884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Доктор (Ph.D), П.Энхтайван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828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Мэргэжил: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88289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  ·  D061304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Тэнхим: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26694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технологийн тэнхим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509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Хамгаалах он: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509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Улаанбаатар хот, 2026 он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29400"/>
            <a:ext cx="11274552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АГУУЛГА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18872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Судалгааны зорилго ба ач холбогдол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93852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Онолын үндэслэл ба харьцуулсан судалгаа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6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88336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68833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Системийн архитектур ба технологи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38144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3814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Хэрэгжүүлэлт — Backend, Веб, Мобайл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18872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Өгөгдлийн загвар (ERD)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38528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938528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93852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Туршилт ба үр дүн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88336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688336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68833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Дүгнэлт ба цаашдын чиглэл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8284" y="209427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СУДАЛГААНЫ ЗОРИЛГО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394960" cy="2286000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Асуудал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Монголд бодит цагийн дуудлага худалдааны систем байхгүй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11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Одоогийн платформ (Unegui, Shoppy) зөвхөн тогтмол үнийн загвартай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9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Мобайл хэрэглэгчдэд зориулсан cross-platform шийдэл дутагдалтай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Үнэ тогтоолт зах зээлийн зарчмаар явагдах боломжгүй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1E294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Зорилго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Бодит цагийн (Socket.IO) дуудлага худалдааны систем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Web + iOS + Android — нэг кодоор 3 платформ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9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QPay Монгол төлбөрийн систем интеграц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87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AI ангилал санал, итгэлцлийн оноо (Trust Score)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11274552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84448"/>
            <a:ext cx="10908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Судалгааны үндсэн асуудал:  Монголын зах зээлд тохирсон, бодит цагийн, олон платформ дээр ажилладаг онлайн дуудлага худалдааны системийг хэрхэн хөгжүүлэх вэ?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Платформ
(Web/iOS/Android)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892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34+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REST API
Endpoint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MongoDB
Collection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6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Ангилал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12K+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Кодын мөр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481" y="191094"/>
            <a:ext cx="4626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ХАРЬЦУУЛСАН СУДАЛГАА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Дуудлага худалдааны төрлүүд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453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🔨 Англи (English)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19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Үнэ доороос өсдөг · Манай систем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03704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📉 Голланд (Dutch)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Үнэ дээрээс буурдаг · BuyNow-ээр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352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🔒 Битэр (Sealed-bid)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95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Нууц санал · Хугацаа дуусахад нээгдэнэ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93592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301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Виккери (Vickrey)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044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2-р өндөр үнэ · Google AdWords загвар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17373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10698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Шинж чанар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051560"/>
            <a:ext cx="8229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80" y="10698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Yahoo!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051560"/>
            <a:ext cx="8229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0698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Mercari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051560"/>
            <a:ext cx="64008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10698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eBay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051560"/>
            <a:ext cx="9144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069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Манай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435608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0176" y="1545336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Auction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435608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7536" y="154533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435608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54533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435608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63456" y="154533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Multi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1435608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03536" y="154533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Eng+Buy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002536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0176" y="2112264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Real-time bid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2002536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17536" y="21122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002536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0496" y="21122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2002536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63456" y="2112264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2002536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03536" y="211226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569464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80176" y="2679192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Mobile parity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2569464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17536" y="267919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569464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40496" y="267919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2569464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63456" y="2679192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2569464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03536" y="267919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136392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80176" y="324612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AI ангилал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136392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17536" y="324612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3136392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0496" y="324612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3136392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63456" y="3246120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3136392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003536" y="324612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703320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80176" y="3813048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Дотоод төлбөр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3703320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17536" y="381304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Y.Wallet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3703320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40496" y="381304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M.Pay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6880" y="3703320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63456" y="3813048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PayPal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703320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003536" y="381304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QPay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270248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80176" y="4379976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Монгол хэл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4270248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17536" y="437997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0" y="4270248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40496" y="437997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6880" y="4270248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63456" y="437997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66960" y="4270248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003536" y="437997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6215"/>
            <a:ext cx="4468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СИСТЕМИЙН АРХИТЕКТУР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77724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07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React.js + Vite  ·  React Native + Expo SDK 54  ·  Expo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591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⬇  REST / WebSocket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7772400" cy="1234440"/>
          </a:xfrm>
          <a:prstGeom prst="rect">
            <a:avLst/>
          </a:prstGeom>
          <a:solidFill>
            <a:srgbClr val="1424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Node.js + Express.js  ·  Socket.IO  ·  JWT  ·  Cron Jobs  ·  Firebase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⬇  REST / WebSocket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7772400" cy="1234440"/>
          </a:xfrm>
          <a:prstGeom prst="rect">
            <a:avLst/>
          </a:prstGeom>
          <a:solidFill>
            <a:srgbClr val="241A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MongoDB Atlas (11 collection)  ·  Cloudinary CDN  ·  QPay  ·  Firebase FCM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09728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143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Node.js v20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51790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563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Express.js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938528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1984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MongoDB Atlas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359152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24048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Socket.IO v4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779776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825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React.js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20040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246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Vite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62102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6667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Tailwind CSS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041648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40873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React Native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462272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45079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Expo SDK 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882896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49286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Firebase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30352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5349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Cloudinary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72414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57698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QPay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645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BACKEND </a:t>
            </a:r>
            <a:r>
              <a:rPr lang="mn-MN" sz="2800" b="1" dirty="0">
                <a:solidFill>
                  <a:srgbClr val="FFFFFF"/>
                </a:solidFill>
              </a:rPr>
              <a:t>Х</a:t>
            </a:r>
            <a:r>
              <a:rPr sz="2800" b="1" dirty="0">
                <a:solidFill>
                  <a:srgbClr val="FFFFFF"/>
                </a:solidFill>
              </a:rPr>
              <a:t>ӨГЖҮҮЛЭЛТ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User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Бүртгэл, нэвтрэлт, Google OAuth, Firebase Phone Auth,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Product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CRUD, зургийн upload (Cloudinary), AI ангилал санал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0848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Bidding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50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Atomic transaction, race condition урьдчилан сэргийлэх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Cron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50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 минут тутамд дуудлага эхлүүлэх / дуусгах, ялагч тогтоох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0449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Socket.IO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bidUpdate, outbid, auctionEnded, notification event-үүд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97180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0449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QPay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10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Invoice үүсгэх, QR харуулах, webhook-оор баланс шинэчлэх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Үндсэн Socket.IO event-үүд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07408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4805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joinAuction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407408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9464" y="44805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Client→Server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407408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4480560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Дуудлагын room-д орох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28032"/>
            <a:ext cx="201168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" y="49011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placeBid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4828032"/>
            <a:ext cx="16459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9464" y="49011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Client→Server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828032"/>
            <a:ext cx="71323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61104" y="4901184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Шинэ үнэ санал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48656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2064" y="53218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bidUpdate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5248656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9464" y="53218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Server→Room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5248656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61104" y="532180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Бүх оролцогчид шинэ үнэ зарлах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69280"/>
            <a:ext cx="201168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" y="5742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auctionEnded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669280"/>
            <a:ext cx="16459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9464" y="57424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Server→Room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5669280"/>
            <a:ext cx="71323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61104" y="574243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Дуудлага дуусгасан, ялагч зарлах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089904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2064" y="61630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outbid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4600" y="6089904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9464" y="61630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6089904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61104" y="616305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Гүйцсэн мэдэгдэл → push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57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ВЕБ БА МОБАЙЛ АППЛИКЕЙШН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69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Веб аппликейшн (React.js + 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🏠  Нүүр хуудас — категориор шүүх, хайлт, auction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253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📦  Бараа нэмэх — 20 зураг upload, AI ангилал санал, ноорог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963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🔨  Бараа дэлгэрэнгүй — countdown таймер, bid history, шууд авах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008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⚙️   Админ самбар — хэрэглэгч, ангилал, гүйлгээ, статистик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8386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👤  Профайл — баланс, QPay цэнэглэлт, зарлагуудын түүх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🌓  Dark/Light горим, i18n (Монгол/Англи)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51560"/>
            <a:ext cx="54864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Мобайл аппликейшн (React Native + Expo)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📱  iOS + Android — нэг кодоор 2 платформ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476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🔐  Google OAuth + Firebase Phone Auth (SMS OTP)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8658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📋  Регистрийн дугаар — Кирилл үсгийн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2549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📸  expo-image-picker — зураг авах/сонгох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6440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⏱   Socket.IO real-time bid update, countdown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💳  QPay QR код — 3 секунд тутам polling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4223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🔔  FCM push notification — outbid, won мэдэгдэл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811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⭐  Trust Score, Watchlist, Review системүүд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9834"/>
            <a:ext cx="5952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ӨГӨГДЛИЙН САНГИЙН ЗАГВАР (ERD)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5146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name, email, password(bcrypt),
role, balance, trustScore, fcmTokens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5146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category, price, currentBid,
auctionStatus, bidDeadline, sellType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1097280"/>
            <a:ext cx="25146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35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parent(self-ref), title, slug,
fieldSchema[]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88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2606040"/>
            <a:ext cx="2514600" cy="347472"/>
          </a:xfrm>
          <a:prstGeom prst="rect">
            <a:avLst/>
          </a:prstGeom>
          <a:solidFill>
            <a:srgbClr val="88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735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Bidding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price, createdAt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1480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0" y="4114800"/>
            <a:ext cx="25146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73552" y="41513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Watchlist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449884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notifyOnStart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0" y="1097280"/>
            <a:ext cx="2514600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67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buyer, seller, product,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25146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product, fromUser, toUser, rating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86800" y="1097280"/>
            <a:ext cx="25146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599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type, read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606040"/>
            <a:ext cx="3200400" cy="34747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2396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Хамаарлууд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Product (1:N, seller)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3924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Category  →  Product (1:N)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721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Category  →  Category (self, parent)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050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Bidding (1:N)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379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Product  →  Bidding (1:N)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Watchlist (1:N)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0383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Transaction (1:N)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367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Product  →  Transaction (1:1)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5696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Review (1:N)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60258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Notification (1:N)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62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ТУРШИЛТ БА ҮР ДҮН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9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API Туршилт (Insomnia) — 34 endpoint, бүгд тэнцсэн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1581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/api/users/register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08760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15384" y="15819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508760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5819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Бүртгэл амжилттай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9384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0025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/api/users/login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29384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15384" y="2002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929384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92624" y="200253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JWT токен буцсан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50008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24231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/api/bidding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350008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15384" y="24231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350008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4" y="24231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Bid бүртгэгдсэн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70632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28437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/api/bidding (бага үнэ)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770632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15384" y="28437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</a:rPr>
              <a:t>400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770632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92624" y="284378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Bid too low — зөв алдаа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191256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" y="3264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/api/product/:id/buy-now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191256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4" y="32644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191256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92624" y="32644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Шууд худалдаж авсан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611880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2064" y="36850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GET  /api/product/products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3611880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15384" y="36850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11880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92624" y="368503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Бараан жагсаалт буцсан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Гүйцэтгэлийн үзүүлэлт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45152"/>
            <a:ext cx="35661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4645152"/>
            <a:ext cx="17373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05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645152"/>
            <a:ext cx="17373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P95 latency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10912"/>
            <a:ext cx="35661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506577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GET /api/product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501091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60520" y="506577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85 мс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501091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89320" y="506577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220 мс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376672"/>
            <a:ext cx="35661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543153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 /api/bidding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5376672"/>
            <a:ext cx="17373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60520" y="543153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110 мс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5376672"/>
            <a:ext cx="17373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89320" y="543153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290 мс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742432"/>
            <a:ext cx="35661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579729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 login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574243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60520" y="579729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180 мс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0" y="574243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89320" y="579729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380 мс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Тестийн бүрхэвч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46634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09560" y="4736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Backend line coverage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47365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</a:rPr>
              <a:t>65%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0" y="51206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09560" y="5193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Controller coverage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51937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80%+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0" y="55778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909560" y="5650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Integration тест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56509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6B6D4"/>
                </a:solidFill>
              </a:rPr>
              <a:t>18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60350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909560" y="6108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Real-time bid latency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1081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&lt;1 сек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64922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P95 API latency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1560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&lt;400 мс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228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АЮУЛГҮЙ БАЙДАЛ (OWASP Top-10)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2529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09728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122529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Broken Access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9728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22529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Role-based middleware, ownership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86537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73736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186537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Cryptographic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73736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27832" y="186537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bcrypt 10 round, HTTPS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5054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37744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250545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Injection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237744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250545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Mongoose strict mode, input sanitization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14553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01752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314553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Security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1752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27832" y="314553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helmet, .env, no debug in 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5760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378561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365760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0432" y="378561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Vulnerable Components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65760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27832" y="378561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npm audit, Dependabot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42569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429768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70432" y="442569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Auth Failures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29768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27832" y="442569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express-rate-limit, account lockout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3776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06577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493776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70432" y="506577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Logging Failures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54680" y="493776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506577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Winston logs, centralized error handler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1051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Нэвтрэлтийн урсгал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1508760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150876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156362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И-мэйл баталгаажуулах (OTP код)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1984248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0" y="19842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20391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EULA зөвшөөрөх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2459736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0" y="245973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2514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Бүртгэл дуусгах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2935224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0" y="29352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JWT токен олгох (7 хоног)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3593592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72400" y="35935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6484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Google OAuth 2.0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4069080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72400" y="40690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1239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Firebase Phone Auth (SMS)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4544568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72400" y="45445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45994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Refresh Token (AsyncStorage)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228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ЗОРИЛТЫН БИЕЛЭЛТ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09728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2252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Бодит цагийн дуудлага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09728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22529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Socket.IO bidUpdate &lt; 1 сек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82880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19568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QPay интеграц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82880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195681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Sandbox тест, архитектур бэлэн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256032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26883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Google OAuth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56032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268833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Веб + Мобайл хоёуланд хэрэгжсэн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29184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341985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Автомат дуудлага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329184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9240" y="341985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Cron job, ялагч тогтоох, balance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2336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02336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402336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415137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402336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415137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11 collection, replicaset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5488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75488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475488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48828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Аюулгүй байдал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475488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49240" y="488289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JWT+bcrypt+helmet, P95&lt;400мс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48640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48640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" y="56144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Тест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548640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49240" y="561441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Unit+Integration+API+Mobile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55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ДҮГНЭЛТ БА ЦААШДЫН ЧИГЛЭЛ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✅  Гол ололтууд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Multi-platform систем: Web + iOS + Android нэгэн зэрэг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Бодит цагийн дуудлага: Socket.IO &lt;1 сек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Монгол зах зээлд тохирсон: QPay, 66 категори, Кирилл бүртгэл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AI технологи: Ангилал автоматаар санал болгох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Trust Score: Хэрэглэгчийн найдвартай байдлыг тоогоор хэмжих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Эдийн засгийн онол: Vickrey-Myerson, Akerlof-г практикт хэрэгжүүлэв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486400" cy="384048"/>
          </a:xfrm>
          <a:prstGeom prst="rect">
            <a:avLst/>
          </a:prstGeom>
          <a:solidFill>
            <a:srgbClr val="88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🔮  Цаашдын хөгжүүлэлт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Live video streaming (WebRTC / Twilio)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QPay бодит орчинд deploy, merchant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AI chatbot (Claude/OpenAI) — хэрэглэгч тусламж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Anti-sniping — сүүлийн 60 сек +30 сек сунгах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Blockchain / NFT auction, smart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Multi-currency (USD, CNY), бодит цагийн ханш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Penetration testing (OWASP ASVS)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Платформ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66519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66519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6519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Collection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5838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5838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34+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5838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Endpoint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5157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5157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5157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Socket 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94476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Ангилал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03795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03795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12K+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3795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Кодын мөр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3114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13114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&lt;400мс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3114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22433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22433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&lt;1сек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22433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Real-time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-914400"/>
            <a:ext cx="5943600" cy="594360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АНХААРАЛТАЙ
СОНССОНД БАЯРЛАЛАА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36576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Гүйцэтгэгч: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Т.Бөхбилэгт  (Түвшинзаяа Бөхбилэгт)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32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Удирдагч: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0325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Доктор (Ph.D), П.Энхтайван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53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Имэйл: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53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buhuu1125@gmail.com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ШУТИС МХТС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технологийн тэнхим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Онлайн дуудлага худалдааны цогц системийн хөгжүүлэлт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629400"/>
            <a:ext cx="11274552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1428</Words>
  <Application>Microsoft Office PowerPoint</Application>
  <PresentationFormat>Custom</PresentationFormat>
  <Paragraphs>346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Bukhbilegt Tuvshinzaya</cp:lastModifiedBy>
  <cp:revision>2</cp:revision>
  <dcterms:created xsi:type="dcterms:W3CDTF">2013-01-27T09:14:16Z</dcterms:created>
  <dcterms:modified xsi:type="dcterms:W3CDTF">2026-06-03T03:55:05Z</dcterms:modified>
  <cp:category/>
</cp:coreProperties>
</file>